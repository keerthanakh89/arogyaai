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56032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C9A7"/>
                </a:solidFill>
              </a:rPr>
              <a:t>HACKCULTURE · WITCHHUNT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685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94A3B8"/>
                </a:solidFill>
              </a:rPr>
              <a:t>TEAM SENSORS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ArogyaAI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320040" y="2542032"/>
            <a:ext cx="292608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697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9A7"/>
                </a:solidFill>
              </a:rPr>
              <a:t>Intelligent Rural Health Support 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AI-Powered Telemedicine for 500M+ Rural Indians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4160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🩺  Health Wellbeing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4160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💡  Innovative Solution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41605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97880" y="41605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🤖  AI × Telemedicine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960120"/>
            <a:ext cx="18288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Team Sensors · WitchHunt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20240" cy="3017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1920240" cy="4572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709928"/>
            <a:ext cx="731520" cy="731520"/>
          </a:xfrm>
          <a:prstGeom prst="ellipse">
            <a:avLst/>
          </a:prstGeom>
          <a:solidFill>
            <a:srgbClr val="0A0A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09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👩‍💻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Keerthana K 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Android Dev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&amp; ML Lead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416052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87168" y="1508760"/>
            <a:ext cx="1920240" cy="3017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508760"/>
            <a:ext cx="19202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3081528" y="1709928"/>
            <a:ext cx="731520" cy="731520"/>
          </a:xfrm>
          <a:prstGeom prst="ellipse">
            <a:avLst/>
          </a:prstGeom>
          <a:solidFill>
            <a:srgbClr val="0A0A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81528" y="1709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78608" y="2587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Bhavani G 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78608" y="3063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AI &amp; Backend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Engineer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416052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4608576" y="1508760"/>
            <a:ext cx="1920240" cy="3017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508760"/>
            <a:ext cx="19202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202936" y="1709928"/>
            <a:ext cx="731520" cy="731520"/>
          </a:xfrm>
          <a:prstGeom prst="ellipse">
            <a:avLst/>
          </a:prstGeom>
          <a:solidFill>
            <a:srgbClr val="0A0A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02936" y="1709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0016" y="2587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Likitha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00016" y="3063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UI/UX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Frontend Design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31536" y="41605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9984" y="1508760"/>
            <a:ext cx="1920240" cy="30175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9984" y="1508760"/>
            <a:ext cx="19202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24344" y="1709928"/>
            <a:ext cx="731520" cy="731520"/>
          </a:xfrm>
          <a:prstGeom prst="ellipse">
            <a:avLst/>
          </a:prstGeom>
          <a:solidFill>
            <a:srgbClr val="0A0A1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24344" y="1709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21424" y="25877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Bhoomika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21424" y="3063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Research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Data Analysis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52944" y="41605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Rural India's Healthcare Crisis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93392" cy="2423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993392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5448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27614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of India lives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 rural areas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0592" y="1417320"/>
            <a:ext cx="1993392" cy="2423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417320"/>
            <a:ext cx="199339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55448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👨‍⚕️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50592" y="208483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1:10k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42032" y="27614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Doctor-to-patient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ratio in villages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417320"/>
            <a:ext cx="1993392" cy="2423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417320"/>
            <a:ext cx="199339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55448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26864" y="208483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 hrs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18304" y="27614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Travel to reach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nearest specialist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03136" y="1417320"/>
            <a:ext cx="1993392" cy="24231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417320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55448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03136" y="208483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94576" y="2761488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Diagnoses delayed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by 48+ hours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8595360" cy="7498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23360"/>
            <a:ext cx="64008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0233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These gaps cost thousands of preventable lives every year — ArogyaAI is built to change that.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</a:rPr>
              <a:t>PROJECT DETAILS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ArogyaAI – Intelligent Rural Health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029200" cy="34290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50292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About the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ArogyaAI is an AI-powered telemedicine Android app built for rural India. It uses NLP to triage symptoms, connects patients with doctors via video call, and stores encrypted cloud health records — all accessible from a basic smartphone even on low bandwidth or offline.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Built with Kotlin, FastAPI, TensorFlow Lite, and Firebase — designed for low-literacy users with voice input in Kannada, Hindi, Tamil, and Telugu.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32120" y="1371600"/>
            <a:ext cx="3337560" cy="11430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1371600"/>
            <a:ext cx="6400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444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</a:rPr>
              <a:t>Project Name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17556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ArogyaAI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633472"/>
            <a:ext cx="3337560" cy="11430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2633472"/>
            <a:ext cx="6400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27249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</a:rPr>
              <a:t>Target Users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72200" y="30175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Rural patients, ASHA workers,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PHC doctors across India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895344"/>
            <a:ext cx="3337560" cy="114300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3895344"/>
            <a:ext cx="64008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968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72200" y="398678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</a:rPr>
              <a:t>Problem Solved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72200" y="42793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Delayed, inaccessible &amp;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costly rural healthcare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</a:rPr>
              <a:t>USER PERSONA MINDSET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Think About Our Users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761488" cy="16276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" y="1417320"/>
            <a:ext cx="276148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93192" y="155448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" y="1920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 for Real Humans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31343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 hypothetical users — real people with real friction in everyday village life.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61488" cy="16276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76148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Assume Constraints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31343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 assumptions of perfect connectivity, digital literacy, or expensive devices.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417320"/>
            <a:ext cx="2761488" cy="16276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44768" y="1417320"/>
            <a:ext cx="276148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81928" y="1554480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1928" y="19202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Need &amp; Necessity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1928" y="231343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Focus beyond comfort — design for medical urgency, not convenience.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227832"/>
            <a:ext cx="2761488" cy="16276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56032" y="3227832"/>
            <a:ext cx="276148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93192" y="33649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3192" y="37307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Simplicity &amp; Dignity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41239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Every interaction must be simple, respectful, and usable by anyone.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227832"/>
            <a:ext cx="2761488" cy="16276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00400" y="3227832"/>
            <a:ext cx="276148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337560" y="33649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37560" y="37307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Change Day-to-Day Reality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41239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Solutions that measurably reduce travel, wait time, and health risk.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227832"/>
            <a:ext cx="2761488" cy="162763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144768" y="3227832"/>
            <a:ext cx="2761488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81928" y="3364992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81928" y="373075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Voice-First Inclusion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81928" y="41239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Support Kannada, Hindi, Tamil &amp; Telugu so no user is left behind.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 1 — Rural Patient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73252"/>
            <a:ext cx="2011680" cy="4270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Priya Devi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35 years 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Haveri, Karnataka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Farmer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36941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₹80,000/year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896112"/>
            <a:ext cx="4434840" cy="13898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896112"/>
            <a:ext cx="443484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ABOUT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126187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Priya is a pregnant farmer from rural Haveri district. The nearest OB-GYN is 45 km away. She relies on a shared smartphone with basic mobile data. Needs prenatal care, nutrition advice, and emergency access.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896112"/>
            <a:ext cx="2286000" cy="13898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96112"/>
            <a:ext cx="2286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TRAITS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1280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Caring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Resourceful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Low digital literacy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993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Kannada speaker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Health-conscious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423160"/>
            <a:ext cx="21488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48840" y="2423160"/>
            <a:ext cx="21488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PROBLEMS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834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 Timely prenatal checkups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4290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 Understanding English prescriptions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 Affording specialist visits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2423160"/>
            <a:ext cx="21488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2423160"/>
            <a:ext cx="2148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CHALLENGES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2834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 4+ hr travel to hospital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34290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 Cannot read English prescriptions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 Missed 3 prenatal visits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2423160"/>
            <a:ext cx="228600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0840" y="2423160"/>
            <a:ext cx="2286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</a:rPr>
              <a:t>GOALS &amp; NEEDS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28346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Maternal care at low cost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429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Affordable health monitoring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40233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Local language support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 2 — ASHA Health Worker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73252"/>
            <a:ext cx="2011680" cy="4270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Sunita Patil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28 years 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Bidar, Karnataka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ASHA 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36941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Govt stipend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896112"/>
            <a:ext cx="4434840" cy="13898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896112"/>
            <a:ext cx="44348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ABOUT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126187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Sunita manages 200+ households in Bidar district tracking pregnancies, vaccinations, and chronic patients using paper registers. No digital tools — she spends 3 hours daily on paperwork instead of patient visits.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896112"/>
            <a:ext cx="2286000" cy="13898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96112"/>
            <a:ext cx="2286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TRAITS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1280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Dedicated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Empathetic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Overworked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993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Community trusted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Multilingual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423160"/>
            <a:ext cx="21488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48840" y="2423160"/>
            <a:ext cx="21488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PROBLEMS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834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 Managing 200+ records manually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4290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 No fast emergency escalation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 Missed follow-ups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2423160"/>
            <a:ext cx="21488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2423160"/>
            <a:ext cx="2148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CHALLENGES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2834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 No digital health record tool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34290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 Cannot quickly reach doctors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 Manual vaccine tracking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2423160"/>
            <a:ext cx="228600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0840" y="2423160"/>
            <a:ext cx="2286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</a:rPr>
              <a:t>GOALS &amp; NEEDS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28346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Digital patient records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429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Direct doctor escalation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40233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Vaccine schedule alerts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 3 — PHC Doctor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73252"/>
            <a:ext cx="2011680" cy="42702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Dr. Ravi Kumar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32 years 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" y="28895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Gulbarga, Karnataka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PHC Doctor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36941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Govt 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896112"/>
            <a:ext cx="4434840" cy="13898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896112"/>
            <a:ext cx="44348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</a:rPr>
              <a:t>ABOUT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1261872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Dr. Ravi serves a Primary Health Centre in Gulbarga with 3,000+ patients and zero specialist support. Handles 80+ cases/day with no digital records, no telemedicine link to specialists, and no AI decision support.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896112"/>
            <a:ext cx="2286000" cy="138988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96112"/>
            <a:ext cx="2286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960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</a:rPr>
              <a:t>TRAITS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1280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Skilled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517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Mission-driven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17556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Stretched thin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993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Tech-open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Kannada/Hindi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423160"/>
            <a:ext cx="21488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48840" y="2423160"/>
            <a:ext cx="21488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PROBLEMS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0" y="2834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 Overloaded — 80+ patients/day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4290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 No specialist referral system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 Paper-only patient history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2423160"/>
            <a:ext cx="214884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2423160"/>
            <a:ext cx="21488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CHALLENGES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2834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1.  No specialist support network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342900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2.  Cannot triage efficiently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0" y="402336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3.  Record chaos daily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2423160"/>
            <a:ext cx="2286000" cy="2560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20840" y="2423160"/>
            <a:ext cx="2286000" cy="45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</a:rPr>
              <a:t>GOALS &amp; NEEDS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28346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AI-assisted triage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4290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Remote specialist referrals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40233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✓  Digital patient history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ArogyaAI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420624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89888"/>
            <a:ext cx="64008" cy="11155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Q: What do we plan to build?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7739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ArogyaAI — an AI-powered telemedicine Android app for rural India with symptom triage, video consults &amp; cloud health records.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90872" y="1389888"/>
            <a:ext cx="420624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389888"/>
            <a:ext cx="64008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855464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Q: Who is it for?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5464" y="17739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Rural patients, ASHA health workers, and PHC doctors across India — 500M+ potential users.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624328"/>
            <a:ext cx="420624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624328"/>
            <a:ext cx="64008" cy="11155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2715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Q: What problem does it address?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300837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Limited, delayed, and costly access to healthcare in rural India with doctor-to-patient ratio of 1:10,000.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0872" y="2624328"/>
            <a:ext cx="420624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2624328"/>
            <a:ext cx="64008" cy="11155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55464" y="2715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Q: How does it work in the real world?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300837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Patient enters symptoms → AI triages → Doctor consults via video → Prescription saved to cloud → ASHA worker notified.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858768"/>
            <a:ext cx="420624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858768"/>
            <a:ext cx="64008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Q: What impact does it create?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424281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3x faster diagnosis, 60% less travel, 24/7 availability, early disease detection for 500M+ rural citizens.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3858768"/>
            <a:ext cx="4206240" cy="111556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858768"/>
            <a:ext cx="64008" cy="11155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3950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Q: Why is it worth building?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424281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Preventable deaths from delayed care are a solvable problem. ArogyaAI makes quality healthcare a right, not a privilege.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28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</a:rPr>
              <a:t>ARTIFICIAL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AI in ArogyaAI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61488" cy="153619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NLP Symptom Triage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On-device NLP analyses patient symptoms in real time, assigns urgency level, and suggests the right specialist.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89888"/>
            <a:ext cx="2761488" cy="153619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5544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13632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Medical Image Analysis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TensorFlow Lite models detect TB, skin diseases, and eye conditions from uploaded photos — no internet needed.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1389888"/>
            <a:ext cx="2761488" cy="153619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5544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54496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1572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Predictive Analytics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81928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flags at-risk patients for proactive ASHA worker outreach before conditions escalate to emergencies.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108960"/>
            <a:ext cx="2761488" cy="153619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7355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9264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Multilingual Voice AI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" y="382219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Bhashini-powered voice input in Kannada, Hindi, Tamil, Telugu — designed for low-literacy rural users.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108960"/>
            <a:ext cx="2761488" cy="153619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327355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13632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Clinical Decision Support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37560" y="382219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assists PHC doctors with differential diagnosis suggestions and treatment protocol guidance.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3108960"/>
            <a:ext cx="2761488" cy="153619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54496" y="327355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254496" y="3273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3291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Offline-First AI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81928" y="382219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core AI models run on-device — works without internet, syncs data automatically when connection restores.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</a:rPr>
              <a:t>CHALLENGES &amp; RISKS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Up Against — And How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8631936" cy="80467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89888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59105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9105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8992" y="14996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Internet Connectivity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527048"/>
            <a:ext cx="18288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499616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→  Offline-first architecture with on-device AI. Automatic data sync when connection restores.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304288"/>
            <a:ext cx="8631936" cy="80467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304288"/>
            <a:ext cx="6400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250545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50545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8992" y="2414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Bias &amp; Accuracy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441448"/>
            <a:ext cx="18288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2414016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→  Training data sourced across 10+ Indian states. Mandatory doctor review before any AI prescription.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218688"/>
            <a:ext cx="8631936" cy="80467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218688"/>
            <a:ext cx="64008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341985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41985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8992" y="33284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 Literacy Gap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3355848"/>
            <a:ext cx="18288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3328416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→  Voice UI in 4 Indian languages. Icon-based UI requires zero reading ability.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4133088"/>
            <a:ext cx="8631936" cy="804672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4133088"/>
            <a:ext cx="6400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4334256"/>
            <a:ext cx="530352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334256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" y="4242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Privacy Concerns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4270248"/>
            <a:ext cx="18288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3401568" y="4242816"/>
            <a:ext cx="5349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→  DPDPA-compliant. End-to-end AES-256 encryption. Zero PII stored locally on device.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28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A7"/>
                </a:solidFill>
              </a:rPr>
              <a:t>ANTICIPATED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Impact for Rural India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1993392" cy="14813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" y="1371600"/>
            <a:ext cx="1993392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56032" y="150876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22128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Faster Diagnosis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" y="250545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via AI triage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2304" y="1371600"/>
            <a:ext cx="1993392" cy="14813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432304" y="1371600"/>
            <a:ext cx="1993392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32304" y="150876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32304" y="22128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Travel Reduction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32304" y="250545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remote consultations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371600"/>
            <a:ext cx="1993392" cy="14813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08576" y="1371600"/>
            <a:ext cx="1993392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08576" y="150876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500M+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08576" y="22128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Potential 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08576" y="250545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rural India population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84848" y="1371600"/>
            <a:ext cx="1993392" cy="1481328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784848" y="1371600"/>
            <a:ext cx="1993392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84848" y="1508760"/>
            <a:ext cx="19933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784848" y="22128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Healthcare Access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84848" y="2505456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anytime, anywhere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999232"/>
            <a:ext cx="8631936" cy="5486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56032" y="2999232"/>
            <a:ext cx="64008" cy="5486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38912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Rural Patients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3108960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3x faster diagnosis · 60% less travel · 40M+ patients reached in Year 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" y="3657600"/>
            <a:ext cx="8631936" cy="5486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56032" y="3657600"/>
            <a:ext cx="64008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8912" y="37673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ASHA Workers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3767328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5x faster record entry · Real-time doctor escalation · 900k workers covered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6032" y="4315968"/>
            <a:ext cx="8631936" cy="54864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56032" y="4315968"/>
            <a:ext cx="64008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38912" y="44256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PHC Doctors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425696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AI triage cuts workload 40% · Remote specialist network · Digital records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548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🩺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16916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0" y="2852928"/>
            <a:ext cx="2743200" cy="5943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971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C9A7"/>
                </a:solidFill>
              </a:rPr>
              <a:t>"Bringing Healthcare to Every Corner of India"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526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Team Sensors  ·  ArogyaAI  ·  WitchHunt Hackathon 2026  ·  Health Wellbeing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39319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93192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Scalable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39319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035808" y="393192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Secure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39319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393192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Inclusive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3931920"/>
            <a:ext cx="1389888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393192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Impactful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ArogyaAI – Team Sensors</dc:title>
  <dc:subject>PptxGenJS Presentation</dc:subject>
  <dc:creator>PptxGenJS</dc:creator>
  <cp:lastModifiedBy>PptxGenJS</cp:lastModifiedBy>
  <cp:revision>1</cp:revision>
  <dcterms:created xsi:type="dcterms:W3CDTF">2026-04-22T08:33:40Z</dcterms:created>
  <dcterms:modified xsi:type="dcterms:W3CDTF">2026-04-22T08:33:40Z</dcterms:modified>
</cp:coreProperties>
</file>